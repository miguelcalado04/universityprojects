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8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44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21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2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0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5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2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9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5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8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61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Um padrão de aquarela azul abstrato sobre um fundo branco">
            <a:extLst>
              <a:ext uri="{FF2B5EF4-FFF2-40B4-BE49-F238E27FC236}">
                <a16:creationId xmlns:a16="http://schemas.microsoft.com/office/drawing/2014/main" id="{6B14978B-295F-3578-190B-3E34852A2E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34" r="-1" b="1074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13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4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5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6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6FF34DA-676A-D772-4E84-8AC1E173F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086" y="3510095"/>
            <a:ext cx="9994373" cy="2226244"/>
          </a:xfrm>
        </p:spPr>
        <p:txBody>
          <a:bodyPr anchor="t">
            <a:normAutofit/>
          </a:bodyPr>
          <a:lstStyle/>
          <a:p>
            <a:r>
              <a:rPr lang="pt-PT" dirty="0"/>
              <a:t>Base de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732CE6-8791-6E61-72BB-B9C159FE0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949" y="725466"/>
            <a:ext cx="7974719" cy="2713192"/>
          </a:xfrm>
        </p:spPr>
        <p:txBody>
          <a:bodyPr anchor="b">
            <a:normAutofit/>
          </a:bodyPr>
          <a:lstStyle/>
          <a:p>
            <a:r>
              <a:rPr lang="pt-PT" dirty="0"/>
              <a:t>Projeto 2023/2024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05012" y="-284145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B989C3-28C8-815C-1396-4D0EC7487989}"/>
              </a:ext>
            </a:extLst>
          </p:cNvPr>
          <p:cNvSpPr txBox="1"/>
          <p:nvPr/>
        </p:nvSpPr>
        <p:spPr>
          <a:xfrm>
            <a:off x="6468386" y="4999511"/>
            <a:ext cx="6711957" cy="2410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Trabalho realizado por:</a:t>
            </a:r>
          </a:p>
          <a:p>
            <a:pPr algn="ctr"/>
            <a:endParaRPr lang="pt-PT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pt-PT" sz="14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Brenda de Abreu Nº2019112462 (uc2019112462@student.uc.pt)</a:t>
            </a:r>
            <a:endParaRPr lang="pt-PT" sz="1400" b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pt-PT" sz="14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Inês Nisa Nº2022247346 (uc2022247346@student.uc.pt)</a:t>
            </a:r>
            <a:endParaRPr lang="pt-PT" sz="1400" b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pt-PT" sz="14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Miguel Calado Nº2022228235 (uc2022228235@student.uc.pt)</a:t>
            </a:r>
            <a:endParaRPr lang="pt-PT" sz="1400" b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pt-PT" sz="14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Turma PL6</a:t>
            </a:r>
            <a:endParaRPr lang="pt-PT" sz="1400" b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pt-PT" dirty="0"/>
            </a:b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1602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9187B-3E87-5EA3-4D10-40968AD6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Introdução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B03AA9-1FA4-2507-CC23-FABF5CEF2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335" y="2600582"/>
            <a:ext cx="11469329" cy="283486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Este projeto </a:t>
            </a:r>
            <a:r>
              <a:rPr lang="pt-PT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 como intuito o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desenvolvimento de um Sistema de Gestão Hospitalar (HMS). N</a:t>
            </a:r>
            <a:r>
              <a:rPr lang="pt-PT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desenvolvimento da base de dados atendemos às funcionalidades pedidas e às restrições para garantir o armazenamento eficaz e o processamento e recuperação de informações.</a:t>
            </a:r>
          </a:p>
          <a:p>
            <a:pPr algn="just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08769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34A2FC2-A9CE-B318-884C-CC8DCF1CC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534" y="945202"/>
            <a:ext cx="10722932" cy="496759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pt-PT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código </a:t>
            </a:r>
            <a:r>
              <a:rPr lang="pt-PT" sz="24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PT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foi desenvolvido no </a:t>
            </a:r>
            <a:r>
              <a:rPr lang="pt-PT" sz="24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pt-PT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utilizando </a:t>
            </a:r>
            <a:r>
              <a:rPr lang="pt-PT" sz="24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pt-PT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criar a API REST. </a:t>
            </a:r>
            <a:r>
              <a:rPr lang="pt-PT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PT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pt-PT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é usado para criar um servidor web, definir rotas, manipular solicitações HTTP, executar lógica.</a:t>
            </a:r>
          </a:p>
          <a:p>
            <a:pPr algn="just">
              <a:lnSpc>
                <a:spcPct val="150000"/>
              </a:lnSpc>
            </a:pPr>
            <a:endParaRPr lang="pt-PT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PT" sz="24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pt-PT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é configurado para armazenar os dados. Scripts SQL são utilizados para criar as tabelas (provenientes da meta1)  e inserir os dados.</a:t>
            </a:r>
          </a:p>
          <a:p>
            <a:pPr algn="just">
              <a:lnSpc>
                <a:spcPct val="150000"/>
              </a:lnSpc>
            </a:pPr>
            <a:endParaRPr lang="pt-PT" sz="24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PT" sz="24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pt-PT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é utilizado para enviar requisições HTTP aos </a:t>
            </a:r>
            <a:r>
              <a:rPr lang="pt-PT" sz="24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pt-PT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 API e verificar as respostas.</a:t>
            </a:r>
            <a:endParaRPr lang="pt-P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792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58366-A273-F0A3-65FE-A0A6271D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Resumindo…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275FB41-6EC2-9FE6-3AD3-C081FF9E0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41537"/>
            <a:ext cx="10722932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PT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permite a criação de </a:t>
            </a:r>
            <a:r>
              <a:rPr lang="pt-PT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interagir com o banco de dados e responder a requisições HTTP. Em cada </a:t>
            </a:r>
            <a:r>
              <a:rPr lang="pt-PT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endpoint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definimos a rota e o método HTTP correspondente, como ‘GET’, ‘POST’ ou ‘PUT’. O Psycopg2 permite que a aplicação </a:t>
            </a:r>
            <a:r>
              <a:rPr lang="pt-PT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 conecte ao </a:t>
            </a:r>
            <a:r>
              <a:rPr lang="pt-PT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executando comandos SQL diretamente no código </a:t>
            </a:r>
            <a:r>
              <a:rPr lang="pt-PT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 extensão </a:t>
            </a:r>
            <a:r>
              <a:rPr lang="pt-PT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Flask_JWT-Extended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é usada para autenticação baseada em </a:t>
            </a:r>
            <a:r>
              <a:rPr lang="pt-PT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garantindo que apenas usuários autenticados possam </a:t>
            </a:r>
            <a:r>
              <a:rPr lang="pt-PT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acessar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certas rotas.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494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D0F96-D684-748E-D968-54385AEE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Conclusão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9464054-3FAE-FF2E-508F-93A46564D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53213"/>
            <a:ext cx="10722932" cy="247107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P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suma </a:t>
            </a:r>
            <a:r>
              <a:rPr lang="pt-PT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projeto proporcionou-nos </a:t>
            </a:r>
            <a:r>
              <a:rPr lang="pt-P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PT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melhor compreensão de como uma base de dados é utilizada, neste caso no contexto de um sistema de gestão hospitalar. Através das várias ferramentas conseguimos consolidar melhor os nossos conhecimentos, </a:t>
            </a:r>
            <a:r>
              <a:rPr lang="pt-PT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resultando em uma absorção mais profunda da matéria lecionada.</a:t>
            </a:r>
            <a:endParaRPr lang="pt-PT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403460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AnalogousFromDarkSeedLeftStep">
      <a:dk1>
        <a:srgbClr val="000000"/>
      </a:dk1>
      <a:lt1>
        <a:srgbClr val="FFFFFF"/>
      </a:lt1>
      <a:dk2>
        <a:srgbClr val="1B2830"/>
      </a:dk2>
      <a:lt2>
        <a:srgbClr val="F1F3F0"/>
      </a:lt2>
      <a:accent1>
        <a:srgbClr val="A629E7"/>
      </a:accent1>
      <a:accent2>
        <a:srgbClr val="592FD9"/>
      </a:accent2>
      <a:accent3>
        <a:srgbClr val="294AE7"/>
      </a:accent3>
      <a:accent4>
        <a:srgbClr val="1787D5"/>
      </a:accent4>
      <a:accent5>
        <a:srgbClr val="22BFBE"/>
      </a:accent5>
      <a:accent6>
        <a:srgbClr val="16C67B"/>
      </a:accent6>
      <a:hlink>
        <a:srgbClr val="3897A9"/>
      </a:hlink>
      <a:folHlink>
        <a:srgbClr val="7F7F7F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311</Words>
  <Application>Microsoft Office PowerPoint</Application>
  <PresentationFormat>Ecrã Panorâmico</PresentationFormat>
  <Paragraphs>20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10" baseType="lpstr">
      <vt:lpstr>Arial</vt:lpstr>
      <vt:lpstr>Avenir Next LT Pro</vt:lpstr>
      <vt:lpstr>Posterama</vt:lpstr>
      <vt:lpstr>Times New Roman</vt:lpstr>
      <vt:lpstr>SineVTI</vt:lpstr>
      <vt:lpstr>Base de Dados</vt:lpstr>
      <vt:lpstr>Introdução</vt:lpstr>
      <vt:lpstr>Apresentação do PowerPoint</vt:lpstr>
      <vt:lpstr>Resumindo…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 de Dados</dc:title>
  <dc:creator>Inês Maria Costa Nisa</dc:creator>
  <cp:lastModifiedBy>uc2022247346@student.uc.pt</cp:lastModifiedBy>
  <cp:revision>5</cp:revision>
  <dcterms:created xsi:type="dcterms:W3CDTF">2024-05-28T15:47:36Z</dcterms:created>
  <dcterms:modified xsi:type="dcterms:W3CDTF">2024-05-28T22:23:25Z</dcterms:modified>
</cp:coreProperties>
</file>